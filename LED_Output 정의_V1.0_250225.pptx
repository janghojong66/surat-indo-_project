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sldIdLst>
    <p:sldId id="520" r:id="rId2"/>
    <p:sldId id="521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A4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AF401-A4D5-4ED7-BE4B-F0E359909968}" v="43" dt="2025-03-07T05:55:48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548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7" cy="498694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0" y="0"/>
            <a:ext cx="2949787" cy="498694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r">
              <a:defRPr sz="1200"/>
            </a:lvl1pPr>
          </a:lstStyle>
          <a:p>
            <a:fld id="{03580BA0-79AF-42F4-8708-A52819AE675B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41" tIns="45770" rIns="91541" bIns="4577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vert="horz" lIns="91541" tIns="45770" rIns="91541" bIns="4577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9"/>
            <a:ext cx="2949787" cy="49869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0" y="9440649"/>
            <a:ext cx="2949787" cy="49869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r">
              <a:defRPr sz="1200"/>
            </a:lvl1pPr>
          </a:lstStyle>
          <a:p>
            <a:fld id="{A3D9B4FC-9DAB-4B17-96AD-E3B757D733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91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 제목(영문_발표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914400"/>
            <a:ext cx="9144000" cy="1787236"/>
          </a:xfrm>
          <a:prstGeom prst="rect">
            <a:avLst/>
          </a:prstGeom>
          <a:solidFill>
            <a:srgbClr val="1C4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714609" y="1356486"/>
            <a:ext cx="187891" cy="951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198034" y="6427671"/>
            <a:ext cx="754529" cy="238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C96C28-8C44-498F-8640-FC650561E3E7}" type="slidenum">
              <a:rPr lang="ko-KR" altLang="en-US" sz="10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260139" y="6417415"/>
            <a:ext cx="1262670" cy="30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i="1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confidential</a:t>
            </a:r>
            <a:endParaRPr lang="ko-KR" altLang="en-US" sz="100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27473" y="6445611"/>
            <a:ext cx="1127120" cy="1940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2515C-A6A6-4BE4-B4B5-E896B3D05C75}"/>
              </a:ext>
            </a:extLst>
          </p:cNvPr>
          <p:cNvSpPr txBox="1"/>
          <p:nvPr userDrawn="1"/>
        </p:nvSpPr>
        <p:spPr>
          <a:xfrm>
            <a:off x="4075158" y="6631377"/>
            <a:ext cx="482570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>
                <a:effectLst/>
                <a:latin typeface="+mj-ea"/>
                <a:ea typeface="+mj-ea"/>
              </a:rPr>
              <a:t>        Property of issuing entity, cannot be distributed or reproduced without authorization.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본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자료는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무단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복사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및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유출을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금합니다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. </a:t>
            </a:r>
            <a:endParaRPr lang="ko-KR" altLang="en-US" sz="600" i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0856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1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145474" y="772392"/>
            <a:ext cx="8820000" cy="43200"/>
          </a:xfrm>
          <a:prstGeom prst="rect">
            <a:avLst/>
          </a:prstGeom>
          <a:solidFill>
            <a:srgbClr val="1C4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9"/>
          <p:cNvSpPr/>
          <p:nvPr userDrawn="1"/>
        </p:nvSpPr>
        <p:spPr>
          <a:xfrm rot="10800000">
            <a:off x="59509" y="130264"/>
            <a:ext cx="618683" cy="618683"/>
          </a:xfrm>
          <a:custGeom>
            <a:avLst/>
            <a:gdLst>
              <a:gd name="connsiteX0" fmla="*/ 1956263 w 2011433"/>
              <a:gd name="connsiteY0" fmla="*/ 2011432 h 2011432"/>
              <a:gd name="connsiteX1" fmla="*/ 55169 w 2011433"/>
              <a:gd name="connsiteY1" fmla="*/ 2011431 h 2011432"/>
              <a:gd name="connsiteX2" fmla="*/ 0 w 2011433"/>
              <a:gd name="connsiteY2" fmla="*/ 1956263 h 2011432"/>
              <a:gd name="connsiteX3" fmla="*/ 2 w 2011433"/>
              <a:gd name="connsiteY3" fmla="*/ 1956264 h 2011432"/>
              <a:gd name="connsiteX4" fmla="*/ 3 w 2011433"/>
              <a:gd name="connsiteY4" fmla="*/ 1956261 h 2011432"/>
              <a:gd name="connsiteX5" fmla="*/ 1 w 2011433"/>
              <a:gd name="connsiteY5" fmla="*/ 1956257 h 2011432"/>
              <a:gd name="connsiteX6" fmla="*/ 1 w 2011433"/>
              <a:gd name="connsiteY6" fmla="*/ 1716548 h 2011432"/>
              <a:gd name="connsiteX7" fmla="*/ 55169 w 2011433"/>
              <a:gd name="connsiteY7" fmla="*/ 1661380 h 2011432"/>
              <a:gd name="connsiteX8" fmla="*/ 110337 w 2011433"/>
              <a:gd name="connsiteY8" fmla="*/ 1716548 h 2011432"/>
              <a:gd name="connsiteX9" fmla="*/ 110336 w 2011433"/>
              <a:gd name="connsiteY9" fmla="*/ 1901096 h 2011432"/>
              <a:gd name="connsiteX10" fmla="*/ 1901096 w 2011433"/>
              <a:gd name="connsiteY10" fmla="*/ 1901096 h 2011432"/>
              <a:gd name="connsiteX11" fmla="*/ 1901097 w 2011433"/>
              <a:gd name="connsiteY11" fmla="*/ 110336 h 2011432"/>
              <a:gd name="connsiteX12" fmla="*/ 1716555 w 2011433"/>
              <a:gd name="connsiteY12" fmla="*/ 110336 h 2011432"/>
              <a:gd name="connsiteX13" fmla="*/ 1661387 w 2011433"/>
              <a:gd name="connsiteY13" fmla="*/ 55168 h 2011432"/>
              <a:gd name="connsiteX14" fmla="*/ 1716555 w 2011433"/>
              <a:gd name="connsiteY14" fmla="*/ 0 h 2011432"/>
              <a:gd name="connsiteX15" fmla="*/ 1956260 w 2011433"/>
              <a:gd name="connsiteY15" fmla="*/ 1 h 2011432"/>
              <a:gd name="connsiteX16" fmla="*/ 1956265 w 2011433"/>
              <a:gd name="connsiteY16" fmla="*/ 0 h 2011432"/>
              <a:gd name="connsiteX17" fmla="*/ 1956264 w 2011433"/>
              <a:gd name="connsiteY17" fmla="*/ 1 h 2011432"/>
              <a:gd name="connsiteX18" fmla="*/ 1956265 w 2011433"/>
              <a:gd name="connsiteY18" fmla="*/ 1 h 2011432"/>
              <a:gd name="connsiteX19" fmla="*/ 2011433 w 2011433"/>
              <a:gd name="connsiteY19" fmla="*/ 55169 h 2011432"/>
              <a:gd name="connsiteX20" fmla="*/ 2011432 w 2011433"/>
              <a:gd name="connsiteY20" fmla="*/ 55168 h 2011432"/>
              <a:gd name="connsiteX21" fmla="*/ 2011432 w 2011433"/>
              <a:gd name="connsiteY21" fmla="*/ 55169 h 2011432"/>
              <a:gd name="connsiteX22" fmla="*/ 2011432 w 2011433"/>
              <a:gd name="connsiteY22" fmla="*/ 55169 h 2011432"/>
              <a:gd name="connsiteX23" fmla="*/ 2011432 w 2011433"/>
              <a:gd name="connsiteY23" fmla="*/ 1956263 h 2011432"/>
              <a:gd name="connsiteX24" fmla="*/ 1995273 w 2011433"/>
              <a:gd name="connsiteY24" fmla="*/ 1995273 h 2011432"/>
              <a:gd name="connsiteX25" fmla="*/ 1995273 w 2011433"/>
              <a:gd name="connsiteY25" fmla="*/ 1995273 h 2011432"/>
              <a:gd name="connsiteX26" fmla="*/ 1995273 w 2011433"/>
              <a:gd name="connsiteY26" fmla="*/ 1995273 h 2011432"/>
              <a:gd name="connsiteX27" fmla="*/ 1956263 w 2011433"/>
              <a:gd name="connsiteY27" fmla="*/ 2011432 h 201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11433" h="2011432">
                <a:moveTo>
                  <a:pt x="1956263" y="2011432"/>
                </a:moveTo>
                <a:cubicBezTo>
                  <a:pt x="1322565" y="2011432"/>
                  <a:pt x="688866" y="2011431"/>
                  <a:pt x="55169" y="2011431"/>
                </a:cubicBezTo>
                <a:cubicBezTo>
                  <a:pt x="24701" y="2011431"/>
                  <a:pt x="0" y="1986731"/>
                  <a:pt x="0" y="1956263"/>
                </a:cubicBezTo>
                <a:lnTo>
                  <a:pt x="2" y="1956264"/>
                </a:lnTo>
                <a:lnTo>
                  <a:pt x="3" y="1956261"/>
                </a:lnTo>
                <a:lnTo>
                  <a:pt x="1" y="1956257"/>
                </a:lnTo>
                <a:lnTo>
                  <a:pt x="1" y="1716548"/>
                </a:lnTo>
                <a:cubicBezTo>
                  <a:pt x="1" y="1686080"/>
                  <a:pt x="24701" y="1661380"/>
                  <a:pt x="55169" y="1661380"/>
                </a:cubicBezTo>
                <a:cubicBezTo>
                  <a:pt x="85637" y="1661380"/>
                  <a:pt x="110337" y="1686080"/>
                  <a:pt x="110337" y="1716548"/>
                </a:cubicBezTo>
                <a:lnTo>
                  <a:pt x="110336" y="1901096"/>
                </a:lnTo>
                <a:lnTo>
                  <a:pt x="1901096" y="1901096"/>
                </a:lnTo>
                <a:lnTo>
                  <a:pt x="1901097" y="110336"/>
                </a:lnTo>
                <a:lnTo>
                  <a:pt x="1716555" y="110336"/>
                </a:lnTo>
                <a:cubicBezTo>
                  <a:pt x="1686087" y="110336"/>
                  <a:pt x="1661387" y="85636"/>
                  <a:pt x="1661387" y="55168"/>
                </a:cubicBezTo>
                <a:cubicBezTo>
                  <a:pt x="1661387" y="24700"/>
                  <a:pt x="1686087" y="0"/>
                  <a:pt x="1716555" y="0"/>
                </a:cubicBezTo>
                <a:lnTo>
                  <a:pt x="1956260" y="1"/>
                </a:lnTo>
                <a:lnTo>
                  <a:pt x="1956265" y="0"/>
                </a:lnTo>
                <a:lnTo>
                  <a:pt x="1956264" y="1"/>
                </a:lnTo>
                <a:lnTo>
                  <a:pt x="1956265" y="1"/>
                </a:lnTo>
                <a:cubicBezTo>
                  <a:pt x="1986733" y="1"/>
                  <a:pt x="2011433" y="24701"/>
                  <a:pt x="2011433" y="55169"/>
                </a:cubicBezTo>
                <a:lnTo>
                  <a:pt x="2011432" y="55168"/>
                </a:lnTo>
                <a:lnTo>
                  <a:pt x="2011432" y="55169"/>
                </a:lnTo>
                <a:lnTo>
                  <a:pt x="2011432" y="55169"/>
                </a:lnTo>
                <a:lnTo>
                  <a:pt x="2011432" y="1956263"/>
                </a:lnTo>
                <a:cubicBezTo>
                  <a:pt x="2011432" y="1971497"/>
                  <a:pt x="2005257" y="1985289"/>
                  <a:pt x="1995273" y="1995273"/>
                </a:cubicBezTo>
                <a:lnTo>
                  <a:pt x="1995273" y="1995273"/>
                </a:lnTo>
                <a:lnTo>
                  <a:pt x="1995273" y="1995273"/>
                </a:lnTo>
                <a:cubicBezTo>
                  <a:pt x="1985289" y="2005257"/>
                  <a:pt x="1971497" y="2011432"/>
                  <a:pt x="1956263" y="2011432"/>
                </a:cubicBezTo>
                <a:close/>
              </a:path>
            </a:pathLst>
          </a:custGeom>
          <a:gradFill>
            <a:gsLst>
              <a:gs pos="100000">
                <a:srgbClr val="0060AF"/>
              </a:gs>
              <a:gs pos="0">
                <a:srgbClr val="E630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B79A06-7E26-4A4D-8F47-9F45B339D0DD}"/>
              </a:ext>
            </a:extLst>
          </p:cNvPr>
          <p:cNvSpPr txBox="1">
            <a:spLocks/>
          </p:cNvSpPr>
          <p:nvPr userDrawn="1"/>
        </p:nvSpPr>
        <p:spPr>
          <a:xfrm>
            <a:off x="4198034" y="6427671"/>
            <a:ext cx="754529" cy="238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C96C28-8C44-498F-8640-FC650561E3E7}" type="slidenum">
              <a:rPr lang="ko-KR" altLang="en-US" sz="10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8BB88-88B7-46F9-B716-D044C9E8928A}"/>
              </a:ext>
            </a:extLst>
          </p:cNvPr>
          <p:cNvSpPr txBox="1"/>
          <p:nvPr userDrawn="1"/>
        </p:nvSpPr>
        <p:spPr>
          <a:xfrm>
            <a:off x="4075158" y="6631377"/>
            <a:ext cx="482570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>
                <a:effectLst/>
                <a:latin typeface="+mj-ea"/>
                <a:ea typeface="+mj-ea"/>
              </a:rPr>
              <a:t>        Property of issuing entity, cannot be distributed or reproduced without authorization.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본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자료는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무단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복사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및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유출을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 </a:t>
            </a:r>
            <a:r>
              <a:rPr lang="ko-KR" altLang="ko-KR" sz="600" i="1" dirty="0">
                <a:effectLst/>
                <a:latin typeface="+mj-ea"/>
                <a:ea typeface="+mj-ea"/>
              </a:rPr>
              <a:t>금합니다</a:t>
            </a:r>
            <a:r>
              <a:rPr lang="en-US" altLang="ko-KR" sz="600" i="1" dirty="0">
                <a:effectLst/>
                <a:latin typeface="+mj-ea"/>
                <a:ea typeface="+mj-ea"/>
              </a:rPr>
              <a:t>. </a:t>
            </a:r>
            <a:endParaRPr lang="ko-KR" altLang="en-US" sz="600" i="1" dirty="0">
              <a:latin typeface="+mj-ea"/>
              <a:ea typeface="+mj-ea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349A468-D732-4A2F-9DA7-034D986F325D}"/>
              </a:ext>
            </a:extLst>
          </p:cNvPr>
          <p:cNvSpPr txBox="1">
            <a:spLocks/>
          </p:cNvSpPr>
          <p:nvPr userDrawn="1"/>
        </p:nvSpPr>
        <p:spPr>
          <a:xfrm>
            <a:off x="260139" y="6417415"/>
            <a:ext cx="1262670" cy="30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i="1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confidential</a:t>
            </a:r>
            <a:endParaRPr lang="ko-KR" altLang="en-US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42C98F-078C-48DA-BA9A-AC100F11E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27473" y="6445611"/>
            <a:ext cx="1127120" cy="19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(발표용)">
    <p:bg>
      <p:bgPr>
        <a:solidFill>
          <a:srgbClr val="1A42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61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40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96C28-8C44-498F-8640-FC650561E3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42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3" r:id="rId2"/>
    <p:sldLayoutId id="2147483682" r:id="rId3"/>
    <p:sldLayoutId id="2147483685" r:id="rId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2874E016-95B0-0F96-3264-6CD636850951}"/>
              </a:ext>
            </a:extLst>
          </p:cNvPr>
          <p:cNvSpPr/>
          <p:nvPr/>
        </p:nvSpPr>
        <p:spPr>
          <a:xfrm>
            <a:off x="652795" y="920842"/>
            <a:ext cx="7427630" cy="20293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CD5FBC2D-B9DB-5974-6697-850630A1F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204400"/>
              </p:ext>
            </p:extLst>
          </p:nvPr>
        </p:nvGraphicFramePr>
        <p:xfrm>
          <a:off x="1509525" y="2120595"/>
          <a:ext cx="5947479" cy="82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831">
                  <a:extLst>
                    <a:ext uri="{9D8B030D-6E8A-4147-A177-3AD203B41FA5}">
                      <a16:colId xmlns:a16="http://schemas.microsoft.com/office/drawing/2014/main" val="290421308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012904340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860119992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3245825942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314996753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40171403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385434290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308365931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99492158"/>
                    </a:ext>
                  </a:extLst>
                </a:gridCol>
              </a:tblGrid>
              <a:tr h="52481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36344"/>
                  </a:ext>
                </a:extLst>
              </a:tr>
              <a:tr h="2493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RUN</a:t>
                      </a:r>
                    </a:p>
                    <a:p>
                      <a:pPr algn="ctr" latinLnBrk="1"/>
                      <a:endParaRPr lang="ko-KR" altLang="en-US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EB</a:t>
                      </a:r>
                    </a:p>
                    <a:p>
                      <a:pPr algn="ctr" latinLnBrk="1"/>
                      <a:endParaRPr lang="ko-KR" altLang="en-US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DEL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DER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DEL</a:t>
                      </a:r>
                    </a:p>
                    <a:p>
                      <a:pPr algn="ctr" latinLnBrk="1"/>
                      <a:endParaRPr lang="ko-KR" altLang="en-US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j-ea"/>
                          <a:ea typeface="+mj-ea"/>
                        </a:rPr>
                        <a:t>DER</a:t>
                      </a:r>
                    </a:p>
                    <a:p>
                      <a:pPr algn="ctr" latinLnBrk="1"/>
                      <a:endParaRPr lang="en-US" altLang="ko-KR" sz="700" dirty="0">
                        <a:latin typeface="+mj-ea"/>
                        <a:ea typeface="+mj-ea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329045"/>
                  </a:ext>
                </a:extLst>
              </a:tr>
            </a:tbl>
          </a:graphicData>
        </a:graphic>
      </p:graphicFrame>
      <p:sp>
        <p:nvSpPr>
          <p:cNvPr id="4" name="제목 1"/>
          <p:cNvSpPr>
            <a:spLocks noGrp="1"/>
          </p:cNvSpPr>
          <p:nvPr/>
        </p:nvSpPr>
        <p:spPr>
          <a:xfrm>
            <a:off x="151089" y="226726"/>
            <a:ext cx="8258493" cy="523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1A427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 sz="2000" dirty="0">
                <a:latin typeface="+mn-ea"/>
                <a:ea typeface="+mn-ea"/>
              </a:rPr>
              <a:t>1. LED </a:t>
            </a:r>
            <a:r>
              <a:rPr lang="ko-KR" altLang="en-US" sz="2000" dirty="0">
                <a:latin typeface="+mn-ea"/>
                <a:ea typeface="+mn-ea"/>
              </a:rPr>
              <a:t>출력 정보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70AB632-FE8E-4368-1D44-6E2A8BD4A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795452"/>
              </p:ext>
            </p:extLst>
          </p:nvPr>
        </p:nvGraphicFramePr>
        <p:xfrm>
          <a:off x="1504636" y="1251799"/>
          <a:ext cx="5947479" cy="845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831">
                  <a:extLst>
                    <a:ext uri="{9D8B030D-6E8A-4147-A177-3AD203B41FA5}">
                      <a16:colId xmlns:a16="http://schemas.microsoft.com/office/drawing/2014/main" val="290421308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012904340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860119992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3245825942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314996753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240171403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3854342904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308365931"/>
                    </a:ext>
                  </a:extLst>
                </a:gridCol>
                <a:gridCol w="660831">
                  <a:extLst>
                    <a:ext uri="{9D8B030D-6E8A-4147-A177-3AD203B41FA5}">
                      <a16:colId xmlns:a16="http://schemas.microsoft.com/office/drawing/2014/main" val="199492158"/>
                    </a:ext>
                  </a:extLst>
                </a:gridCol>
              </a:tblGrid>
              <a:tr h="282033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POWER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HLT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OBL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OBR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OBL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OBR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62489"/>
                  </a:ext>
                </a:extLst>
              </a:tr>
              <a:tr h="563911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68193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97311CD7-3746-C519-A188-944403D4D88E}"/>
              </a:ext>
            </a:extLst>
          </p:cNvPr>
          <p:cNvSpPr/>
          <p:nvPr/>
        </p:nvSpPr>
        <p:spPr>
          <a:xfrm>
            <a:off x="2324587" y="1583242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BD69DCD-5730-9833-B197-2928764C6162}"/>
              </a:ext>
            </a:extLst>
          </p:cNvPr>
          <p:cNvSpPr/>
          <p:nvPr/>
        </p:nvSpPr>
        <p:spPr>
          <a:xfrm>
            <a:off x="2976187" y="1582135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431EF40-D2D4-36CC-6FD4-4CCCA4403A79}"/>
              </a:ext>
            </a:extLst>
          </p:cNvPr>
          <p:cNvSpPr/>
          <p:nvPr/>
        </p:nvSpPr>
        <p:spPr>
          <a:xfrm>
            <a:off x="4296473" y="1579244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0BA5D4F-02BA-64C6-845B-14FA57A232D7}"/>
              </a:ext>
            </a:extLst>
          </p:cNvPr>
          <p:cNvSpPr/>
          <p:nvPr/>
        </p:nvSpPr>
        <p:spPr>
          <a:xfrm>
            <a:off x="6279917" y="1578810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596716D-9F33-3030-4CAA-51CCE4A83DF3}"/>
              </a:ext>
            </a:extLst>
          </p:cNvPr>
          <p:cNvSpPr/>
          <p:nvPr/>
        </p:nvSpPr>
        <p:spPr>
          <a:xfrm>
            <a:off x="6951065" y="1577700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4FB02D4-F0A4-345E-EBA9-F8CC54E2C88E}"/>
              </a:ext>
            </a:extLst>
          </p:cNvPr>
          <p:cNvSpPr/>
          <p:nvPr/>
        </p:nvSpPr>
        <p:spPr>
          <a:xfrm>
            <a:off x="2316800" y="2170708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266A4FE-AED8-75D9-AB9B-88D8498CC45B}"/>
              </a:ext>
            </a:extLst>
          </p:cNvPr>
          <p:cNvSpPr/>
          <p:nvPr/>
        </p:nvSpPr>
        <p:spPr>
          <a:xfrm>
            <a:off x="6278804" y="2186298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24E6CCD-EB77-D3B3-E682-F3E373F3C300}"/>
              </a:ext>
            </a:extLst>
          </p:cNvPr>
          <p:cNvSpPr/>
          <p:nvPr/>
        </p:nvSpPr>
        <p:spPr>
          <a:xfrm>
            <a:off x="6949952" y="2185188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2E5864C-EE5B-13AA-0D65-B89EA8B28D35}"/>
              </a:ext>
            </a:extLst>
          </p:cNvPr>
          <p:cNvSpPr/>
          <p:nvPr/>
        </p:nvSpPr>
        <p:spPr>
          <a:xfrm>
            <a:off x="4307577" y="2175598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55CC79D-52D0-AD68-F607-9BFABDF0A8C0}"/>
              </a:ext>
            </a:extLst>
          </p:cNvPr>
          <p:cNvSpPr/>
          <p:nvPr/>
        </p:nvSpPr>
        <p:spPr>
          <a:xfrm>
            <a:off x="2977746" y="2166632"/>
            <a:ext cx="367095" cy="373769"/>
          </a:xfrm>
          <a:prstGeom prst="ellipse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28F630F-3DE7-01A3-6DD2-C1DB3E95F06E}"/>
              </a:ext>
            </a:extLst>
          </p:cNvPr>
          <p:cNvSpPr/>
          <p:nvPr/>
        </p:nvSpPr>
        <p:spPr>
          <a:xfrm>
            <a:off x="4967200" y="1580056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2470D98-E005-BC56-5688-DEBB7C8CA5F7}"/>
              </a:ext>
            </a:extLst>
          </p:cNvPr>
          <p:cNvSpPr/>
          <p:nvPr/>
        </p:nvSpPr>
        <p:spPr>
          <a:xfrm>
            <a:off x="4978304" y="2176410"/>
            <a:ext cx="367095" cy="373769"/>
          </a:xfrm>
          <a:prstGeom prst="ellipse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43">
            <a:extLst>
              <a:ext uri="{FF2B5EF4-FFF2-40B4-BE49-F238E27FC236}">
                <a16:creationId xmlns:a16="http://schemas.microsoft.com/office/drawing/2014/main" id="{CBE338BF-32EA-1DF9-9828-80E737DB8960}"/>
              </a:ext>
            </a:extLst>
          </p:cNvPr>
          <p:cNvSpPr txBox="1"/>
          <p:nvPr/>
        </p:nvSpPr>
        <p:spPr>
          <a:xfrm>
            <a:off x="1578225" y="865441"/>
            <a:ext cx="5555274" cy="4762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/>
              <a:t>SL-DEOD </a:t>
            </a:r>
            <a:r>
              <a:rPr lang="en-US" altLang="ko-KR" sz="1600" b="1" baseline="0" dirty="0"/>
              <a:t>System</a:t>
            </a:r>
            <a:endParaRPr lang="ko-KR" altLang="en-US" sz="1600" b="1" dirty="0"/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C6EBE4C7-3531-4C7E-8EBA-91BD7164B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79993"/>
              </p:ext>
            </p:extLst>
          </p:nvPr>
        </p:nvGraphicFramePr>
        <p:xfrm>
          <a:off x="685821" y="3026373"/>
          <a:ext cx="7401974" cy="2975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9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3839">
                  <a:extLst>
                    <a:ext uri="{9D8B030D-6E8A-4147-A177-3AD203B41FA5}">
                      <a16:colId xmlns:a16="http://schemas.microsoft.com/office/drawing/2014/main" val="2898244781"/>
                    </a:ext>
                  </a:extLst>
                </a:gridCol>
              </a:tblGrid>
              <a:tr h="34073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(LED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DEOD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MCD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POWER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전원 투입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(Hardware Logic On/Off)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RUN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MCU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시 점멸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(500msec)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22007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HLT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동작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Off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MCD(Main Control Unit)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TCMS HLT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 동기화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24096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OBL, OBR, DEL, DER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(Red)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평상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Off 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센서 이상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892256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EB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평상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Off 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장애물 및 탈선 감지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283957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OBL, OBR, DEL, DER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(Green)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평상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Off 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센서 동작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장애물 및 탈선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55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311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6D1C-8515-7768-8786-6E7AF444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7BC87D1-142C-5A43-60EF-C2EA1E82A97C}"/>
              </a:ext>
            </a:extLst>
          </p:cNvPr>
          <p:cNvSpPr>
            <a:spLocks noGrp="1"/>
          </p:cNvSpPr>
          <p:nvPr/>
        </p:nvSpPr>
        <p:spPr>
          <a:xfrm>
            <a:off x="151089" y="226726"/>
            <a:ext cx="8258493" cy="523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1A427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 sz="2000" dirty="0">
                <a:latin typeface="+mn-ea"/>
                <a:ea typeface="+mn-ea"/>
              </a:rPr>
              <a:t>1. LED </a:t>
            </a:r>
            <a:r>
              <a:rPr lang="ko-KR" altLang="en-US" sz="2000" dirty="0">
                <a:latin typeface="+mn-ea"/>
                <a:ea typeface="+mn-ea"/>
              </a:rPr>
              <a:t>출력 정보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30837A-E7E5-0DC0-DCBB-2EB9003EB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01" y="1198040"/>
            <a:ext cx="7630997" cy="18279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503888A-2134-DD2D-9295-65A87E81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3" y="3479874"/>
            <a:ext cx="7630997" cy="1714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BAF2FC-930F-5406-D0E9-15954C4941D9}"/>
              </a:ext>
            </a:extLst>
          </p:cNvPr>
          <p:cNvSpPr txBox="1"/>
          <p:nvPr/>
        </p:nvSpPr>
        <p:spPr>
          <a:xfrm>
            <a:off x="590483" y="1881190"/>
            <a:ext cx="810705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RUN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150AC-F655-BC5A-3288-203CA5491815}"/>
              </a:ext>
            </a:extLst>
          </p:cNvPr>
          <p:cNvSpPr txBox="1"/>
          <p:nvPr/>
        </p:nvSpPr>
        <p:spPr>
          <a:xfrm>
            <a:off x="577919" y="2674616"/>
            <a:ext cx="810705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EB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7ECB5-F47A-06FF-49BF-F1571AEA4569}"/>
              </a:ext>
            </a:extLst>
          </p:cNvPr>
          <p:cNvSpPr txBox="1"/>
          <p:nvPr/>
        </p:nvSpPr>
        <p:spPr>
          <a:xfrm>
            <a:off x="3912905" y="1881190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POWER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88FB0-3C77-E5BE-4B65-52955E162CCC}"/>
              </a:ext>
            </a:extLst>
          </p:cNvPr>
          <p:cNvSpPr txBox="1"/>
          <p:nvPr/>
        </p:nvSpPr>
        <p:spPr>
          <a:xfrm>
            <a:off x="3820253" y="2720413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HLT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E64ED-053B-1299-409A-7AADC7AE3D63}"/>
              </a:ext>
            </a:extLst>
          </p:cNvPr>
          <p:cNvSpPr txBox="1"/>
          <p:nvPr/>
        </p:nvSpPr>
        <p:spPr>
          <a:xfrm>
            <a:off x="4895956" y="1843811"/>
            <a:ext cx="740749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DEL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EE55E-7279-E9D7-0D7C-7AAC85790A68}"/>
              </a:ext>
            </a:extLst>
          </p:cNvPr>
          <p:cNvSpPr txBox="1"/>
          <p:nvPr/>
        </p:nvSpPr>
        <p:spPr>
          <a:xfrm>
            <a:off x="4906954" y="2670230"/>
            <a:ext cx="740749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DER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F69E9-4EAC-7370-0F1B-24A9A1BFAE63}"/>
              </a:ext>
            </a:extLst>
          </p:cNvPr>
          <p:cNvSpPr txBox="1"/>
          <p:nvPr/>
        </p:nvSpPr>
        <p:spPr>
          <a:xfrm>
            <a:off x="7712216" y="1874600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OBL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9F957-CB41-4C4F-D61D-F3A3BF12556B}"/>
              </a:ext>
            </a:extLst>
          </p:cNvPr>
          <p:cNvSpPr txBox="1"/>
          <p:nvPr/>
        </p:nvSpPr>
        <p:spPr>
          <a:xfrm>
            <a:off x="7723214" y="2701019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적색</a:t>
            </a:r>
            <a:r>
              <a:rPr lang="en-US" altLang="ko-KR" sz="800" dirty="0">
                <a:latin typeface="+mj-ea"/>
                <a:ea typeface="+mj-ea"/>
              </a:rPr>
              <a:t>, OBR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B3F97-5A88-4FA3-1C92-3B9116F10358}"/>
              </a:ext>
            </a:extLst>
          </p:cNvPr>
          <p:cNvSpPr txBox="1"/>
          <p:nvPr/>
        </p:nvSpPr>
        <p:spPr>
          <a:xfrm>
            <a:off x="716743" y="4045005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DEL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492FA4-DAC2-B4B7-D156-6D9FC974A17F}"/>
              </a:ext>
            </a:extLst>
          </p:cNvPr>
          <p:cNvSpPr txBox="1"/>
          <p:nvPr/>
        </p:nvSpPr>
        <p:spPr>
          <a:xfrm>
            <a:off x="727741" y="4871424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DER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601247-DE63-60F2-9E4F-4915FA638CD5}"/>
              </a:ext>
            </a:extLst>
          </p:cNvPr>
          <p:cNvSpPr txBox="1"/>
          <p:nvPr/>
        </p:nvSpPr>
        <p:spPr>
          <a:xfrm>
            <a:off x="4561002" y="4045005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OBL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B24E65-3B5C-6644-EF1F-4718D80DAA3D}"/>
              </a:ext>
            </a:extLst>
          </p:cNvPr>
          <p:cNvSpPr txBox="1"/>
          <p:nvPr/>
        </p:nvSpPr>
        <p:spPr>
          <a:xfrm>
            <a:off x="4572000" y="4871424"/>
            <a:ext cx="92016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녹색</a:t>
            </a:r>
            <a:r>
              <a:rPr lang="en-US" altLang="ko-KR" sz="800" dirty="0">
                <a:latin typeface="+mj-ea"/>
                <a:ea typeface="+mj-ea"/>
              </a:rPr>
              <a:t>, OBR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D7CA37-E4A9-A23B-6658-96BE32A3D054}"/>
              </a:ext>
            </a:extLst>
          </p:cNvPr>
          <p:cNvSpPr txBox="1"/>
          <p:nvPr/>
        </p:nvSpPr>
        <p:spPr>
          <a:xfrm>
            <a:off x="6942841" y="5202480"/>
            <a:ext cx="1229457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>
                <a:latin typeface="+mj-ea"/>
                <a:ea typeface="+mj-ea"/>
              </a:rPr>
              <a:t>사용안함</a:t>
            </a:r>
            <a:r>
              <a:rPr lang="en-US" altLang="ko-KR" sz="800" dirty="0">
                <a:latin typeface="+mj-ea"/>
                <a:ea typeface="+mj-ea"/>
              </a:rPr>
              <a:t>, </a:t>
            </a:r>
            <a:r>
              <a:rPr lang="ko-KR" altLang="en-US" sz="800" dirty="0">
                <a:latin typeface="+mj-ea"/>
                <a:ea typeface="+mj-ea"/>
              </a:rPr>
              <a:t>제거</a:t>
            </a:r>
          </a:p>
        </p:txBody>
      </p:sp>
    </p:spTree>
    <p:extLst>
      <p:ext uri="{BB962C8B-B14F-4D97-AF65-F5344CB8AC3E}">
        <p14:creationId xmlns:p14="http://schemas.microsoft.com/office/powerpoint/2010/main" val="374632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21603</TotalTime>
  <Words>174</Words>
  <Application>Microsoft Office PowerPoint</Application>
  <PresentationFormat>화면 슬라이드 쇼(4:3)</PresentationFormat>
  <Paragraphs>54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junho</dc:creator>
  <cp:lastModifiedBy>호종 장</cp:lastModifiedBy>
  <cp:revision>289</cp:revision>
  <cp:lastPrinted>2022-02-24T04:40:49Z</cp:lastPrinted>
  <dcterms:created xsi:type="dcterms:W3CDTF">2014-11-02T02:10:27Z</dcterms:created>
  <dcterms:modified xsi:type="dcterms:W3CDTF">2025-03-10T05:06:19Z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Z_DOC_VERSION">
    <vt:lpwstr>1.0</vt:lpwstr>
  </property>
</Properties>
</file>